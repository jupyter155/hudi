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d2dcc1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d2dcc1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d2dcc16b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d2dcc16b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d2dcc16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d2dcc16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d2dcc16b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d2dcc16b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d2dcc16b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d2dcc16b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d2dcc16b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d2dcc16b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4209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Spark, Yarn buổi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6750" y="3762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>
                <a:solidFill>
                  <a:schemeClr val="dk1"/>
                </a:solidFill>
              </a:rPr>
              <a:t>LuanVT &amp; MinhNX2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736375" y="960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>
                <a:solidFill>
                  <a:schemeClr val="dk1"/>
                </a:solidFill>
              </a:rPr>
              <a:t>Nội Dung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736375" y="1533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Giới thiệu về Yarn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Kiến trúc của Yarn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Scheduler trong Yarn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Tiến trình submit job spark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Tối ưu các job spark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747150" y="1061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UcPeriod"/>
            </a:pPr>
            <a:r>
              <a:rPr lang="vi" sz="1800">
                <a:solidFill>
                  <a:schemeClr val="dk1"/>
                </a:solidFill>
              </a:rPr>
              <a:t>Giới thiệu về Yarn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44775" y="1782975"/>
            <a:ext cx="83055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vi" sz="1100">
                <a:solidFill>
                  <a:schemeClr val="dk1"/>
                </a:solidFill>
              </a:rPr>
              <a:t>YARN</a:t>
            </a:r>
            <a:r>
              <a:rPr lang="vi" sz="1100">
                <a:solidFill>
                  <a:schemeClr val="dk1"/>
                </a:solidFill>
              </a:rPr>
              <a:t> (Yet Another Resource Negotiator) là hệ thống quản lý tài nguyên cụm của </a:t>
            </a:r>
            <a:r>
              <a:rPr b="1" lang="vi" sz="1100">
                <a:solidFill>
                  <a:schemeClr val="dk1"/>
                </a:solidFill>
              </a:rPr>
              <a:t>Hadoop.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vi" sz="1100">
                <a:solidFill>
                  <a:schemeClr val="dk1"/>
                </a:solidFill>
              </a:rPr>
              <a:t>YARN</a:t>
            </a:r>
            <a:r>
              <a:rPr lang="vi" sz="1100">
                <a:solidFill>
                  <a:schemeClr val="dk1"/>
                </a:solidFill>
              </a:rPr>
              <a:t> được giới thiệu trong </a:t>
            </a:r>
            <a:r>
              <a:rPr b="1" lang="vi" sz="1100">
                <a:solidFill>
                  <a:schemeClr val="dk1"/>
                </a:solidFill>
              </a:rPr>
              <a:t>Hadoop 2</a:t>
            </a:r>
            <a:r>
              <a:rPr lang="vi" sz="1100">
                <a:solidFill>
                  <a:schemeClr val="dk1"/>
                </a:solidFill>
              </a:rPr>
              <a:t> để cải tiến việc triển khai </a:t>
            </a:r>
            <a:r>
              <a:rPr b="1" lang="vi" sz="1100">
                <a:solidFill>
                  <a:schemeClr val="dk1"/>
                </a:solidFill>
              </a:rPr>
              <a:t>MapReduce</a:t>
            </a:r>
            <a:r>
              <a:rPr lang="vi" sz="1100">
                <a:solidFill>
                  <a:schemeClr val="dk1"/>
                </a:solidFill>
              </a:rPr>
              <a:t> và loại bỏ những nhược điểm trong việc lập lịch của </a:t>
            </a:r>
            <a:r>
              <a:rPr b="1" lang="vi" sz="1100">
                <a:solidFill>
                  <a:schemeClr val="dk1"/>
                </a:solidFill>
              </a:rPr>
              <a:t>Hadoop 1</a:t>
            </a:r>
            <a:r>
              <a:rPr lang="vi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vi" sz="1100">
                <a:solidFill>
                  <a:schemeClr val="dk1"/>
                </a:solidFill>
              </a:rPr>
              <a:t>YARN</a:t>
            </a:r>
            <a:r>
              <a:rPr lang="vi" sz="1100">
                <a:solidFill>
                  <a:schemeClr val="dk1"/>
                </a:solidFill>
              </a:rPr>
              <a:t> là cầu nối giữa các ứng dụng cấp cao (như </a:t>
            </a:r>
            <a:r>
              <a:rPr b="1" lang="vi" sz="1100">
                <a:solidFill>
                  <a:schemeClr val="dk1"/>
                </a:solidFill>
              </a:rPr>
              <a:t>Spark</a:t>
            </a:r>
            <a:r>
              <a:rPr lang="vi" sz="1100">
                <a:solidFill>
                  <a:schemeClr val="dk1"/>
                </a:solidFill>
              </a:rPr>
              <a:t>, </a:t>
            </a:r>
            <a:r>
              <a:rPr b="1" lang="vi" sz="1100">
                <a:solidFill>
                  <a:schemeClr val="dk1"/>
                </a:solidFill>
              </a:rPr>
              <a:t>HBase</a:t>
            </a:r>
            <a:r>
              <a:rPr lang="vi" sz="1100">
                <a:solidFill>
                  <a:schemeClr val="dk1"/>
                </a:solidFill>
              </a:rPr>
              <a:t>, v.v.) và môi trường Hadoop cấp thấp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vi" sz="1100">
                <a:solidFill>
                  <a:schemeClr val="dk1"/>
                </a:solidFill>
              </a:rPr>
              <a:t>Với sự ra đời của </a:t>
            </a:r>
            <a:r>
              <a:rPr b="1" lang="vi" sz="1100">
                <a:solidFill>
                  <a:schemeClr val="dk1"/>
                </a:solidFill>
              </a:rPr>
              <a:t>YARN</a:t>
            </a:r>
            <a:r>
              <a:rPr lang="vi" sz="1100">
                <a:solidFill>
                  <a:schemeClr val="dk1"/>
                </a:solidFill>
              </a:rPr>
              <a:t>, Hadoop đã chuyển mình từ chỉ là một framework </a:t>
            </a:r>
            <a:r>
              <a:rPr b="1" lang="vi" sz="1100">
                <a:solidFill>
                  <a:schemeClr val="dk1"/>
                </a:solidFill>
              </a:rPr>
              <a:t>MapReduce</a:t>
            </a:r>
            <a:r>
              <a:rPr lang="vi" sz="1100">
                <a:solidFill>
                  <a:schemeClr val="dk1"/>
                </a:solidFill>
              </a:rPr>
              <a:t> thành một lõi xử lý dữ liệu lớn.</a:t>
            </a:r>
            <a:br>
              <a:rPr lang="vi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vi" sz="1100">
                <a:solidFill>
                  <a:schemeClr val="dk1"/>
                </a:solidFill>
              </a:rPr>
              <a:t>Một số người mô tả </a:t>
            </a:r>
            <a:r>
              <a:rPr b="1" lang="vi" sz="1100">
                <a:solidFill>
                  <a:schemeClr val="dk1"/>
                </a:solidFill>
              </a:rPr>
              <a:t>YARN</a:t>
            </a:r>
            <a:r>
              <a:rPr lang="vi" sz="1100">
                <a:solidFill>
                  <a:schemeClr val="dk1"/>
                </a:solidFill>
              </a:rPr>
              <a:t> như một hệ điều hành phân tán quy mô lớn cho các ứng dụng </a:t>
            </a:r>
            <a:r>
              <a:rPr b="1" lang="vi" sz="1100">
                <a:solidFill>
                  <a:schemeClr val="dk1"/>
                </a:solidFill>
              </a:rPr>
              <a:t>big data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267400" y="829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II. 	</a:t>
            </a:r>
            <a:r>
              <a:rPr lang="vi" sz="1800">
                <a:solidFill>
                  <a:schemeClr val="dk1"/>
                </a:solidFill>
              </a:rPr>
              <a:t>Kiến trúc của Yarn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5350" y="1291600"/>
            <a:ext cx="6270489" cy="354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40450" y="672600"/>
            <a:ext cx="43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III.	</a:t>
            </a:r>
            <a:r>
              <a:rPr lang="vi" sz="1800">
                <a:solidFill>
                  <a:schemeClr val="dk1"/>
                </a:solidFill>
              </a:rPr>
              <a:t>Scheduler trong Yarn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9074" l="0" r="0" t="0"/>
          <a:stretch/>
        </p:blipFill>
        <p:spPr>
          <a:xfrm>
            <a:off x="1124000" y="1197200"/>
            <a:ext cx="7116226" cy="33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87625" y="652750"/>
            <a:ext cx="46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IV.	</a:t>
            </a:r>
            <a:r>
              <a:rPr lang="vi" sz="1800">
                <a:solidFill>
                  <a:schemeClr val="dk1"/>
                </a:solidFill>
              </a:rPr>
              <a:t>Tiến trình submit job spark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850" y="1114450"/>
            <a:ext cx="6236700" cy="40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75" y="191725"/>
            <a:ext cx="14001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61000" y="436675"/>
            <a:ext cx="40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V.	</a:t>
            </a:r>
            <a:r>
              <a:rPr lang="vi" sz="1800">
                <a:solidFill>
                  <a:schemeClr val="dk1"/>
                </a:solidFill>
              </a:rPr>
              <a:t>Tối ưu các job spark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1527000" y="898375"/>
            <a:ext cx="7644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    </a:t>
            </a:r>
            <a:r>
              <a:rPr lang="vi" sz="1200"/>
              <a:t>Cấu hình các tham số trong yarn-site.xml: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yarn.nodemanager.resource.memory-mb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yarn.nodemanager.resource.cpu-vcores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yarn.scheduler.maximum-allocation-mb	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vi" sz="1200"/>
              <a:t>yarn.scheduler.maximum-allocation-vcores</a:t>
            </a:r>
            <a:r>
              <a:rPr lang="vi"/>
              <a:t>	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1491675" y="2037475"/>
            <a:ext cx="758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    </a:t>
            </a:r>
            <a:r>
              <a:rPr lang="vi" sz="1200"/>
              <a:t>Cấu hình các tham số khi chạy job spark: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deploy-mode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num-executors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executor-memory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executor-cores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driver-memory	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	</a:t>
            </a:r>
            <a:endParaRPr sz="1200"/>
          </a:p>
        </p:txBody>
      </p:sp>
      <p:sp>
        <p:nvSpPr>
          <p:cNvPr id="100" name="Google Shape;100;p19"/>
          <p:cNvSpPr txBox="1"/>
          <p:nvPr/>
        </p:nvSpPr>
        <p:spPr>
          <a:xfrm>
            <a:off x="1554600" y="3481200"/>
            <a:ext cx="7589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    Cấu hình </a:t>
            </a:r>
            <a:r>
              <a:rPr lang="vi" sz="1200"/>
              <a:t>(spark-defaults.conf)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spark.dynamicAllocation.enabled              </a:t>
            </a:r>
            <a:r>
              <a:rPr lang="vi" sz="1200"/>
              <a:t>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spark.dynamicAllocation.minExecutors</a:t>
            </a:r>
            <a:r>
              <a:rPr lang="vi" sz="1200"/>
              <a:t>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spark.dynamicAllocation.maxExecutors</a:t>
            </a:r>
            <a:r>
              <a:rPr lang="vi" sz="1200"/>
              <a:t>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spark.dynamicAllocation.initialExecutors</a:t>
            </a:r>
            <a:r>
              <a:rPr lang="vi" sz="1200"/>
              <a:t>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spark.shuffle.service.enabled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spark.dynamicAllocation.executorIdleTimeout</a:t>
            </a:r>
            <a:r>
              <a:rPr lang="vi" sz="1200"/>
              <a:t>	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/>
              <a:t>	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